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58fda04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58fda04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58fda042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58fda042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58fda042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b58fda042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58fda042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58fda042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58fda042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58fda042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58fda042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58fda042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Style: Modern, Tech-oriented, Computer Science theme. Use a background featuring abstract data connections, network nodes, or subtle binary code patterns. Use a professional color palette (Deep Blue, Grey, and White).&#10;&#10;Title: Hash-Based Record Management System&#10;&#10;&#10;&#10;Presented By:&#10;&#10;&#10;&#10;Sameer Ahmed (2024-cs-055) &#10;&#10;Muhammad Nosherwan (2024-cs-065)&#10;&#10;Moaz Ayaz (2024-cs-071)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11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7"/>
            <a:ext cx="9144000" cy="5089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sign Style: Clean, professional, and conclusive. Use the same Deep Blue and Tech/Network theme as the title slide. Center the text for impact.&#10;&#10;Main Heading: Thank You!&#10;&#10;Sub-Heading: We are now open for questions.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